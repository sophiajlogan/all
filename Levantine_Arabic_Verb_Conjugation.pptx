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472A"/>
                </a:solidFill>
              </a:defRPr>
            </a:pPr>
            <a:r>
              <a:t>Levantine Arabic Verb Conjugation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A4A4A"/>
                </a:solidFill>
              </a:defRPr>
            </a:pPr>
            <a:r>
              <a:t>Past, Present &amp; Future Tenses with Modifiers</a:t>
            </a:r>
            <a:br/>
            <a:r>
              <a:t>العربية الشامية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472A"/>
                </a:solidFill>
              </a:defRPr>
            </a:pPr>
            <a:r>
              <a:t>What is Levantine Arabic?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Spoken dialect in Syria, Lebanon, Jordan, and Palestine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Different from Modern Standard Arabic (MSA) - the everyday spoken language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Simplified verb system compared to MSA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No dual form (only singular and plural)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No grammatical case endings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Rich in regional variations but mutually intelligible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Uses a root-and-pattern system like all Arabic varieties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472A"/>
                </a:solidFill>
              </a:defRPr>
            </a:pPr>
            <a:r>
              <a:t>Levantine Arabic Verb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Most verbs built on a 3-consonant root (e.g., k-t-b = write)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Conjugation changes based on: person, number, gender, and tense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Two main tenses: Past (perfect) and Present (imperfect)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Future formed by adding prefix to present tense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Subject pronouns often dropped (verb shows the subject)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Example root: ك-ت-ب (k-t-b) meaning 'to write'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72A"/>
                </a:solidFill>
              </a:defRPr>
            </a:pPr>
            <a:r>
              <a:t>Subject Pronouns Reference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Person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Arabic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Transliteration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English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1st Singular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أنا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ana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2nd Sing. Masc.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إنت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(m)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2nd Sing. Fem.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إنتي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inti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(f)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3rd Sing. Masc.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هو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huwwe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3rd Sing. Fem.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هي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hiyye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she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1st Plural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نحنا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niḥna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2nd Plural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إنتو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intu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(pl)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3rd Plural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هم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hunne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they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472A"/>
                </a:solidFill>
              </a:defRPr>
            </a:pPr>
            <a:r>
              <a:t>Past Tense (الماضي)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Used for completed actions in the past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Formed by adding suffixes to the verb stem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The stem itself doesn't change - only the endings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Example verb: كتب (katab) - 'to write'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Past tense is the 'base' form of the verb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Suffixes indicate person, number, and gender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72A"/>
                </a:solidFill>
              </a:defRPr>
            </a:pPr>
            <a:r>
              <a:t>Past Tense Conjugation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</a:defRPr>
            </a:pPr>
            <a:r>
              <a:t>Note: 'I' and 'you (m)' have the same form - context clarifies meaning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Person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Suffix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كتب (write)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Transliteration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-t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كتبت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katabt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 wrote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-t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كتبت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katabt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wrote (m)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(f)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-ti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كتبتي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katabti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wrote (f)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-Ø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كتب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katab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he wrote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she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-et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كتبت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katabet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she wrote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-na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كتبنا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katabna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we wrote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(pl)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-tu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كتبتو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katabtu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wrote (pl)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-u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كتبو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katabu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they wrote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472A"/>
                </a:solidFill>
              </a:defRPr>
            </a:pPr>
            <a:r>
              <a:t>Present Tense (المضارع)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Used for ongoing actions, habits, and general truths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Formed with prefixes (and sometimes suffixes)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The verb stem changes - vowel pattern differs from past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Prefix 'b-' (bi-) added for indicative present in Levantine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Without 'b-': subjunctive mood (after certain particles)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Example: بكتب (baktub) - 'I write / I am writing'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72A"/>
                </a:solidFill>
              </a:defRPr>
            </a:pPr>
            <a:r>
              <a:t>Present Tense Conjugation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</a:defRPr>
            </a:pPr>
            <a:r>
              <a:t>Note: 'you (m)' and 'she' have the same form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Person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Prefix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كتب (write)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Transliteration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b-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بكتب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baktub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 write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bt-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بتكتب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btiktub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write (m)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(f)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bt-...-i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بتكتبي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btiktubi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write (f)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bi-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بيكتب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byiktub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he writes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she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bt-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بتكتب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btiktub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she writes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mn-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منكتب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mniktub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we write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(pl)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bt-...-u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بتكتبو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btiktubu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write (pl)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bi-...-u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بيكتبو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byiktubu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they write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472A"/>
                </a:solidFill>
              </a:defRPr>
            </a:pPr>
            <a:r>
              <a:t>Future Tense (المستقبل)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Formed by adding a prefix to the present tense (without 'b-')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Main future marker: رح (raḥ) or حـ (ḥa-)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رح is more common in Levantine dialects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Can also use لح (laḥ) in some regions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The verb conjugation follows present tense patterns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Example: رح أكتب (raḥ aktub) - 'I will write'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72A"/>
                </a:solidFill>
              </a:defRPr>
            </a:pPr>
            <a:r>
              <a:t>Future Tense Conjugation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</a:defRPr>
            </a:pPr>
            <a:r>
              <a:t>Note: رح (raḥ) stays the same for all persons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Person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Future Form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Transliteration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رح أكتب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raḥ aktub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 will write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رح تكتب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raḥ tiktub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will write (m)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(f)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رح تكتبي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raḥ tiktubi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will write (f)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رح يكتب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raḥ yiktub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he will write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she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رح تكتب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raḥ tiktub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she will write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رح نكتب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raḥ niktub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we will write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(pl)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رح تكتبو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raḥ tiktubu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will write (pl)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رح يكتبو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raḥ yiktubu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they will write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472A"/>
                </a:solidFill>
              </a:defRPr>
            </a:pPr>
            <a:r>
              <a:t>Modifiers in Levantine Arabic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Modifiers change the meaning or mood of verbs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Key modifiers include: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 - Negation (making verbs negative)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 - Question formation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 - Continuous/Progressive aspect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 - Habitual aspect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 - Imperative (commands)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Each modifier has specific rules for each tense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72A"/>
                </a:solidFill>
              </a:defRPr>
            </a:pPr>
            <a:r>
              <a:t>Negation (النفي)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</a:defRPr>
            </a:pPr>
            <a:r>
              <a:t>ما (ma) and مش (mish) are both used for negation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Negation Pattern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Past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ما + verb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ما كتبت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 didn't write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ما + verb (no b-)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ما بكتب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 don't write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Present (alt)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مش + b-verb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مش بكتب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 don't write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مش رح + verb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مش رح أكتب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 won't write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Future (alt)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ما رح + verb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ما رح أكتب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 won't write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472A"/>
                </a:solidFill>
              </a:defRPr>
            </a:pPr>
            <a:r>
              <a:t>Negation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ما (ma) - General negation particle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 Past: ما كتبت (ma katabt) - 'I didn't write'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 Present: ما بكتب (ma baktub) - 'I don't write'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مش (mish) - Also means 'not', often for emphasis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 مش رح أكتب (mish raḥ aktub) - 'I will not write'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In some dialects: ما...ش wraps around verb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 ما كتبتش (ma katabtish) - 'I didn't write' (Egyptian influence)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472A"/>
                </a:solidFill>
              </a:defRPr>
            </a:pPr>
            <a:r>
              <a:t>Question Formation (الاستفهام)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Yes/No questions: Rising intonation (no word change needed)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 كتبت؟ (katabt?) - 'Did you write?'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Question words placed at beginning: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 شو (shu) - what: شو كتبت؟ 'What did you write?'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 ليش (lesh) - why: ليش كتبت؟ 'Why did you write?'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 كيف (kif) - how: كيف كتبت؟ 'How did you write?'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 وين (wen) - where: وين كتبت؟ 'Where did you write?'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 إيمتى (emta) - when: إيمتى كتبت؟ 'When did you write?'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472A"/>
                </a:solidFill>
              </a:defRPr>
            </a:pPr>
            <a:r>
              <a:t>Progressive Aspect (عم)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عم (ʿam) indicates ongoing action 'right now'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Added before present tense verb (without b-)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Similar to English '-ing' forms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Examples: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 عم بكتب (ʿam baktub) - 'I am writing (right now)'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 عم يكتب (ʿam yiktub) - 'He is writing'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Can combine with كان for past progressive: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  كنت عم بكتب (kunt ʿam baktub) - 'I was writing'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72A"/>
                </a:solidFill>
              </a:defRPr>
            </a:pPr>
            <a:r>
              <a:t>Using كان (was/were)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</a:defRPr>
            </a:pPr>
            <a:r>
              <a:t>كان conjugates: كنت (I was), كان (he was), كانت (she was), كنا (we were)...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Structure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Transliteration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كان + past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كان كتب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kān katab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he had written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كان + b-present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كان بيكتب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kān byiktub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he used to write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كان + عم + present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كان عم يكتب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kān ʿam yiktub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he was writing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كان + رح +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كان رح يكتب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kān raḥ yiktub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he was going to write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72A"/>
                </a:solidFill>
              </a:defRPr>
            </a:pPr>
            <a:r>
              <a:t>Imperative / Commands (الأمر)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</a:defRPr>
            </a:pPr>
            <a:r>
              <a:t>Negative command: لا + present (no b-): لا تكتب (la tiktub) 'Don't write!'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Person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Example (write!)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(m. sing)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verb stem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اكتب (ktub)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Write!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(f. sing)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verb stem +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اكتبي (ktubi)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Write! (f)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you (plural)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verb stem + u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اكتبو (ktubu)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Write! (pl)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72A"/>
                </a:solidFill>
              </a:defRPr>
            </a:pPr>
            <a:r>
              <a:t>Common Verbs - All Tenses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</a:defRPr>
            </a:pPr>
            <a:r>
              <a:t>*بدّو is a pseudo-verb that conjugates differently: بدّي، بدّك، بدّو...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Verb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Past (he)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Present (he)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Future (he)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 go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راح (rāḥ)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بيروح (birūḥ)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رح يروح (raḥ yrūḥ)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 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أكل (akal)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بياكل (byākul)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رح ياكل (raḥ yākul)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 see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شاف (shāf)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بيشوف (bishūf)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رح يشوف (raḥ yshūf)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 speak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حكى (ḥaka)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بيحكي (byiḥki)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رح يحكي (raḥ yiḥki)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 come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إجا (ija)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بيجي (bīji)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رح يجي (raḥ yīji)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 know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عرف (ʿirif)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بيعرف (byaʿrif)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رح يعرف (raḥ yaʿrif)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 want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بدّو (biddo)*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بدّو (biddo)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472A"/>
                </a:solidFill>
              </a:defRPr>
            </a:pPr>
            <a:r>
              <a:t>Verb Patterns (الأوزان)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Levantine uses derived verb patterns (Forms I-X)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Form I: Basic (فعل) - كتب (katab) 'write'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Form II: Intensive/Causative (فعّل) - درّس (darras) 'teach'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Form III: Reciprocal (فاعل) - ساعد (sāʿad) 'help'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Form V: Reflexive of II (تفعّل) - تعلّم (tʿallam) 'learn'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Form VI: Reciprocal (تفاعل) - تكلّم (tkallam) 'speak'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Form VII: Passive (انفعل) - انكسر (nkasar) 'be broken'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Each pattern conjugates similarly but with different vowels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472A"/>
                </a:solidFill>
              </a:defRPr>
            </a:pPr>
            <a:r>
              <a:t>Regional Variations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Syrian: Uses رح/لح for future; soft pronunciation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Lebanese: Similar to Syrian; French loanwords common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Palestinian: Uses رح; sometimes ح; glottal stops preserved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Jordanian: Bedouin influences; قـ often becomes گ [g]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All are mutually intelligible with minor differences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This presentation uses general Levantine forms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Local variations in vocabulary and some conjugations exist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72A"/>
                </a:solidFill>
              </a:defRPr>
            </a:pPr>
            <a:r>
              <a:t>Quick Reference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Formation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Negation</a:t>
                      </a:r>
                    </a:p>
                  </a:txBody>
                  <a:tcPr>
                    <a:solidFill>
                      <a:srgbClr val="1A4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Past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Stem + suffix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كتبت (katabt)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ما كتبت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b- + prefix + 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بكتب (baktub)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ما بكتب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Future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رح + present (no b-)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رح أكتب (raḥ aktub)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مش رح أكتب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Progressive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عم +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عم بكتب (ʿam baktub)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ما عم بكتب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Command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Stem only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اكتب (ktub)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لا تكتب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472A"/>
                </a:solidFill>
              </a:defRPr>
            </a:pPr>
            <a:r>
              <a:t>Tips for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Master the pronouns and their corresponding verb endings first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Learn verbs in groups with the same pattern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Practice with common verbs: راح، أكل، شاف، حكى، جاب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Listen to Levantine media (Syrian/Lebanese dramas, music)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Focus on the 'b-' prefix pattern - it's essential for present tense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Remember: Context often clarifies ambiguous forms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Start with Form I verbs before learning derived forms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!بالتوفيق (Good luck!)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472A"/>
                </a:solidFill>
              </a:defRPr>
            </a:pPr>
            <a:r>
              <a:t>!شكراً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A4A4A"/>
                </a:solidFill>
              </a:defRPr>
            </a:pPr>
            <a:r>
              <a:t>Thank you for learning Levantine Arabic!</a:t>
            </a:r>
            <a:b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